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56" r:id="rId3"/>
    <p:sldId id="257" r:id="rId4"/>
    <p:sldId id="258" r:id="rId5"/>
    <p:sldId id="264" r:id="rId6"/>
    <p:sldId id="259" r:id="rId7"/>
    <p:sldId id="260" r:id="rId8"/>
    <p:sldId id="261" r:id="rId9"/>
    <p:sldId id="262" r:id="rId10"/>
    <p:sldId id="265" r:id="rId11"/>
    <p:sldId id="26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  <p:sldId id="278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7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7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3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2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1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51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46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5627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69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5028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44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333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11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1D5A4A-57B6-4426-BD48-C5C16F184AD4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DD2E796-48D8-4DCA-8151-3AB0FD471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99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eather-prediction-app-krbrb9zblf72dpyr9gw3bh.streamlit.app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-980"/>
            <a:ext cx="11582400" cy="46099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5781" y="4682835"/>
            <a:ext cx="9144000" cy="1828800"/>
          </a:xfrm>
        </p:spPr>
        <p:txBody>
          <a:bodyPr/>
          <a:lstStyle/>
          <a:p>
            <a:r>
              <a:rPr lang="en-US" b="1" dirty="0" smtClean="0"/>
              <a:t>Name: NSHIMIYIMANA Emmanuel</a:t>
            </a:r>
          </a:p>
          <a:p>
            <a:r>
              <a:rPr lang="en-US" b="1" dirty="0" err="1" smtClean="0"/>
              <a:t>Reg</a:t>
            </a:r>
            <a:r>
              <a:rPr lang="en-US" b="1" dirty="0" smtClean="0"/>
              <a:t> number: 25RP21315</a:t>
            </a:r>
          </a:p>
          <a:p>
            <a:r>
              <a:rPr lang="en-US" dirty="0" smtClean="0"/>
              <a:t>PROJECT TITLE: </a:t>
            </a:r>
            <a:r>
              <a:rPr lang="en-US" b="1" dirty="0" smtClean="0"/>
              <a:t>WEATHER PREDICTION SYSTEM USING MACHINE LEARNING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384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2764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I. </a:t>
            </a:r>
            <a:r>
              <a:rPr lang="en-US" sz="3200" b="1" dirty="0" smtClean="0">
                <a:latin typeface="+mn-lt"/>
              </a:rPr>
              <a:t>PROBLEM STATEMENT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78545"/>
            <a:ext cx="9144000" cy="3962399"/>
          </a:xfrm>
        </p:spPr>
        <p:txBody>
          <a:bodyPr>
            <a:noAutofit/>
          </a:bodyPr>
          <a:lstStyle/>
          <a:p>
            <a:pPr algn="l"/>
            <a:r>
              <a:rPr lang="en-US" sz="2800" dirty="0" smtClean="0"/>
              <a:t>Rwanda have faced weather related disaster many times, also farmers late to plant their crops due to lack well accurate weather prediction so why I choose to predict weather using machine learning decision tree classifier model in order to predict  future weather conditions(rain, sunny, drizzle or fog ) </a:t>
            </a:r>
          </a:p>
          <a:p>
            <a:pPr algn="l"/>
            <a:r>
              <a:rPr lang="en-US" sz="2800" dirty="0" smtClean="0"/>
              <a:t>My project weather prediction system using machine learning will help to reduce those problems.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660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ii. Dataset description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Dataset is in csv excel” </a:t>
            </a:r>
            <a:r>
              <a:rPr lang="en-US" dirty="0" err="1" smtClean="0"/>
              <a:t>seattle</a:t>
            </a:r>
            <a:r>
              <a:rPr lang="en-US" dirty="0" smtClean="0"/>
              <a:t>-</a:t>
            </a:r>
            <a:r>
              <a:rPr lang="en-US" dirty="0" err="1" smtClean="0"/>
              <a:t>weather.”contains</a:t>
            </a:r>
            <a:r>
              <a:rPr lang="en-US" dirty="0" smtClean="0"/>
              <a:t> features and target.</a:t>
            </a:r>
          </a:p>
          <a:p>
            <a:r>
              <a:rPr lang="en-US" dirty="0" smtClean="0"/>
              <a:t>Features(precipitation, </a:t>
            </a:r>
            <a:r>
              <a:rPr lang="en-US" dirty="0" err="1" smtClean="0"/>
              <a:t>temp_max</a:t>
            </a:r>
            <a:r>
              <a:rPr lang="en-US" dirty="0" smtClean="0"/>
              <a:t>, </a:t>
            </a:r>
            <a:r>
              <a:rPr lang="en-US" dirty="0" err="1" smtClean="0"/>
              <a:t>temp_min</a:t>
            </a:r>
            <a:r>
              <a:rPr lang="en-US" dirty="0"/>
              <a:t> </a:t>
            </a:r>
            <a:r>
              <a:rPr lang="en-US" dirty="0" smtClean="0"/>
              <a:t>and wind)</a:t>
            </a:r>
          </a:p>
          <a:p>
            <a:r>
              <a:rPr lang="en-US" dirty="0" smtClean="0"/>
              <a:t>Target(weather[</a:t>
            </a:r>
            <a:r>
              <a:rPr lang="en-US" dirty="0" err="1" smtClean="0"/>
              <a:t>rain,sunny,fog</a:t>
            </a:r>
            <a:r>
              <a:rPr lang="en-US" dirty="0" smtClean="0"/>
              <a:t> or drizzle])</a:t>
            </a:r>
          </a:p>
          <a:p>
            <a:r>
              <a:rPr lang="en-US" dirty="0" smtClean="0"/>
              <a:t>Size of dataset: 5 </a:t>
            </a:r>
            <a:r>
              <a:rPr lang="en-US" dirty="0" err="1" smtClean="0"/>
              <a:t>colums</a:t>
            </a:r>
            <a:r>
              <a:rPr lang="en-US" dirty="0" smtClean="0"/>
              <a:t> and 1461 rows</a:t>
            </a:r>
            <a:endParaRPr lang="en-US" dirty="0"/>
          </a:p>
          <a:p>
            <a:r>
              <a:rPr lang="en-US" dirty="0" err="1" smtClean="0"/>
              <a:t>Source:https</a:t>
            </a:r>
            <a:r>
              <a:rPr lang="en-US" dirty="0" smtClean="0"/>
              <a:t>://www.kaggle.com/datasets/ananthr1/weather-prediction.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38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>
                <a:latin typeface="+mn-lt"/>
              </a:rPr>
              <a:t>iii. EDA findings</a:t>
            </a:r>
            <a:endParaRPr lang="en-US" sz="28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Types of EDA </a:t>
            </a:r>
            <a:r>
              <a:rPr lang="en-US" b="1" dirty="0" smtClean="0"/>
              <a:t>Applied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Univariate: </a:t>
            </a:r>
            <a:r>
              <a:rPr lang="en-US" dirty="0" smtClean="0"/>
              <a:t>first I used univariate by looking at one variable at time.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purpose: </a:t>
            </a:r>
            <a:r>
              <a:rPr lang="en-US" altLang="en-US" dirty="0">
                <a:latin typeface="Arial" panose="020B0604020202020204" pitchFamily="34" charset="0"/>
              </a:rPr>
              <a:t>understand the </a:t>
            </a:r>
            <a:r>
              <a:rPr lang="en-US" altLang="en-US" dirty="0" smtClean="0">
                <a:latin typeface="Arial" panose="020B0604020202020204" pitchFamily="34" charset="0"/>
              </a:rPr>
              <a:t>distribution </a:t>
            </a:r>
            <a:r>
              <a:rPr lang="en-US" altLang="en-US" dirty="0">
                <a:latin typeface="Arial" panose="020B0604020202020204" pitchFamily="34" charset="0"/>
              </a:rPr>
              <a:t>central tendency, and spread of each </a:t>
            </a:r>
            <a:r>
              <a:rPr lang="en-US" altLang="en-US" dirty="0" smtClean="0">
                <a:latin typeface="Arial" panose="020B0604020202020204" pitchFamily="34" charset="0"/>
              </a:rPr>
              <a:t>feature.</a:t>
            </a:r>
          </a:p>
          <a:p>
            <a:r>
              <a:rPr lang="en-US" altLang="en-US" b="1" dirty="0" smtClean="0">
                <a:latin typeface="Arial" panose="020B0604020202020204" pitchFamily="34" charset="0"/>
              </a:rPr>
              <a:t>Precipitation: </a:t>
            </a:r>
            <a:r>
              <a:rPr lang="en-US" dirty="0"/>
              <a:t>histogram to check how often it </a:t>
            </a:r>
            <a:r>
              <a:rPr lang="en-US" dirty="0" smtClean="0"/>
              <a:t>rains.</a:t>
            </a:r>
          </a:p>
          <a:p>
            <a:pPr marL="0" indent="0">
              <a:buNone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874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lang="en-US" altLang="en-US" sz="2800" b="1" u="sng" dirty="0">
                <a:latin typeface="Arial" panose="020B0604020202020204" pitchFamily="34" charset="0"/>
              </a:rPr>
              <a:t>histogram</a:t>
            </a:r>
            <a:r>
              <a:rPr lang="en-US" altLang="en-US" sz="2800" b="1" dirty="0">
                <a:latin typeface="Arial" panose="020B0604020202020204" pitchFamily="34" charset="0"/>
              </a:rPr>
              <a:t> </a:t>
            </a:r>
            <a:r>
              <a:rPr lang="en-US" altLang="en-US" sz="2800" b="1" dirty="0" smtClean="0">
                <a:latin typeface="Arial" panose="020B0604020202020204" pitchFamily="34" charset="0"/>
              </a:rPr>
              <a:t>of precipitation vs frequency</a:t>
            </a:r>
            <a:endParaRPr lang="en-US" sz="28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4" y="1825625"/>
            <a:ext cx="740179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12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Temp</a:t>
            </a:r>
            <a:r>
              <a:rPr lang="en-US" sz="3200" baseline="-25000" dirty="0" err="1" smtClean="0">
                <a:latin typeface="+mn-lt"/>
              </a:rPr>
              <a:t>_max</a:t>
            </a:r>
            <a:r>
              <a:rPr lang="en-US" sz="3200" dirty="0" smtClean="0">
                <a:latin typeface="+mn-lt"/>
              </a:rPr>
              <a:t> and </a:t>
            </a:r>
            <a:r>
              <a:rPr lang="en-US" sz="3200" dirty="0" err="1" smtClean="0">
                <a:latin typeface="+mn-lt"/>
              </a:rPr>
              <a:t>temp_min</a:t>
            </a:r>
            <a:r>
              <a:rPr lang="en-US" sz="3200" dirty="0">
                <a:latin typeface="+mn-lt"/>
              </a:rPr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Boxplots to observe average ranges(median) , average, outliers and extreme values.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463" y="2773109"/>
            <a:ext cx="5473981" cy="426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7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Wind</a:t>
            </a:r>
            <a:r>
              <a:rPr lang="en-US" sz="3200" dirty="0" smtClean="0">
                <a:latin typeface="+mn-lt"/>
              </a:rPr>
              <a:t> 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Histogram to see wind speed distribution.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629075"/>
            <a:ext cx="7620392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3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291"/>
            <a:ext cx="10515600" cy="58214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2. </a:t>
            </a:r>
            <a:r>
              <a:rPr lang="en-US" sz="3200" b="1" dirty="0"/>
              <a:t>Bivariate Analysis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20436"/>
            <a:ext cx="10515600" cy="5142490"/>
          </a:xfrm>
        </p:spPr>
        <p:txBody>
          <a:bodyPr/>
          <a:lstStyle/>
          <a:p>
            <a:r>
              <a:rPr lang="en-US" dirty="0"/>
              <a:t>Bivariate Analysis: Compares </a:t>
            </a:r>
            <a:r>
              <a:rPr lang="en-US" b="1" dirty="0"/>
              <a:t>one feature with the target variable (Weather </a:t>
            </a:r>
            <a:r>
              <a:rPr lang="en-US" b="1" dirty="0" smtClean="0"/>
              <a:t>condition) </a:t>
            </a:r>
            <a:r>
              <a:rPr lang="en-US" dirty="0"/>
              <a:t>to identify which features influence weather categories (Sunny, Rainy, Drizzle, </a:t>
            </a:r>
            <a:r>
              <a:rPr lang="en-US" dirty="0" smtClean="0"/>
              <a:t>or fog)</a:t>
            </a:r>
          </a:p>
          <a:p>
            <a:r>
              <a:rPr lang="en-US" b="1" dirty="0" smtClean="0"/>
              <a:t>Boxplots: 1. </a:t>
            </a:r>
            <a:r>
              <a:rPr lang="en-US" dirty="0" err="1" smtClean="0"/>
              <a:t>temp_max</a:t>
            </a:r>
            <a:r>
              <a:rPr lang="en-US" dirty="0" smtClean="0"/>
              <a:t>  by weather: do rain days have lower max temp.</a:t>
            </a:r>
            <a:endParaRPr lang="en-US" b="1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106" y="2361797"/>
            <a:ext cx="6902805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0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 smtClean="0">
                <a:latin typeface="+mn-lt"/>
              </a:rPr>
              <a:t>Boxchart</a:t>
            </a:r>
            <a:r>
              <a:rPr lang="en-US" sz="3200" b="1" dirty="0" smtClean="0">
                <a:latin typeface="+mn-lt"/>
              </a:rPr>
              <a:t>. 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2570"/>
            <a:ext cx="10515600" cy="4351338"/>
          </a:xfrm>
        </p:spPr>
        <p:txBody>
          <a:bodyPr/>
          <a:lstStyle/>
          <a:p>
            <a:r>
              <a:rPr lang="en-US" dirty="0" err="1" smtClean="0"/>
              <a:t>Boxchart</a:t>
            </a:r>
            <a:r>
              <a:rPr lang="en-US" dirty="0" smtClean="0"/>
              <a:t> of wind by weather: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02" y="2524989"/>
            <a:ext cx="6208160" cy="399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2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Scatterplot </a:t>
            </a:r>
            <a:r>
              <a:rPr lang="en-US" sz="3200" b="1" dirty="0">
                <a:latin typeface="+mn-lt"/>
              </a:rPr>
              <a:t>of precipitation </a:t>
            </a:r>
            <a:r>
              <a:rPr lang="en-US" sz="3200" b="1">
                <a:latin typeface="+mn-lt"/>
              </a:rPr>
              <a:t>vs </a:t>
            </a:r>
            <a:r>
              <a:rPr lang="en-US" sz="3200" b="1" smtClean="0">
                <a:latin typeface="+mn-lt"/>
              </a:rPr>
              <a:t>weather </a:t>
            </a:r>
            <a:r>
              <a:rPr lang="en-US" sz="2800" dirty="0"/>
              <a:t/>
            </a:r>
            <a:br>
              <a:rPr lang="en-US" sz="2800" dirty="0"/>
            </a:br>
            <a:endParaRPr lang="en-US" sz="2800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2692" y="1826307"/>
            <a:ext cx="7473252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6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 smtClean="0">
                <a:latin typeface="Arial" panose="020B0604020202020204" pitchFamily="34" charset="0"/>
              </a:rPr>
              <a:t>3.Multivariate </a:t>
            </a:r>
            <a:r>
              <a:rPr lang="en-US" altLang="en-US" sz="3200" b="1" dirty="0">
                <a:latin typeface="Arial" panose="020B0604020202020204" pitchFamily="34" charset="0"/>
              </a:rPr>
              <a:t>Analysis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61975" y="1950205"/>
            <a:ext cx="11239500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Studies relationships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among multiple features together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 detect correlations, collinearity, and feature interactions that affect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dataset: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Correlation matrix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heatmap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→ to see how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temp_max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temp_min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are related.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Pairplot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to visualize joint distributions of precipitation,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temp_max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temp_min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and wind, colored by Weather.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823049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Correlation matrix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191651" cy="45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6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Pair plot </a:t>
            </a:r>
            <a:r>
              <a:rPr lang="en-US" sz="3200" b="1" dirty="0"/>
              <a:t>of </a:t>
            </a:r>
            <a:r>
              <a:rPr lang="en-US" sz="3200" b="1" dirty="0" smtClean="0"/>
              <a:t>weather and features</a:t>
            </a:r>
            <a:r>
              <a:rPr lang="en-US" sz="3200" b="1" dirty="0" smtClean="0">
                <a:latin typeface="+mn-lt"/>
              </a:rPr>
              <a:t> 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169" y="1394691"/>
            <a:ext cx="7895661" cy="478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2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Pair plot </a:t>
            </a:r>
            <a:r>
              <a:rPr lang="en-US" sz="3200" b="1" dirty="0" smtClean="0">
                <a:latin typeface="+mn-lt"/>
              </a:rPr>
              <a:t>of </a:t>
            </a:r>
            <a:r>
              <a:rPr lang="en-US" sz="3200" b="1" dirty="0" smtClean="0">
                <a:latin typeface="+mn-lt"/>
              </a:rPr>
              <a:t>weather and </a:t>
            </a:r>
            <a:r>
              <a:rPr lang="en-US" sz="3200" b="1" dirty="0" smtClean="0">
                <a:latin typeface="+mn-lt"/>
              </a:rPr>
              <a:t>features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073" y="1825625"/>
            <a:ext cx="103724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1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17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Explore missing values, outliers, and data anomalies.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27200"/>
            <a:ext cx="10515600" cy="478227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Check missing values</a:t>
            </a:r>
          </a:p>
          <a:p>
            <a:pPr marL="0" indent="0">
              <a:buNone/>
            </a:pPr>
            <a:r>
              <a:rPr lang="en-US" dirty="0" err="1"/>
              <a:t>weather_dataset.isnull</a:t>
            </a:r>
            <a:r>
              <a:rPr lang="en-US" dirty="0"/>
              <a:t>().</a:t>
            </a:r>
            <a:r>
              <a:rPr lang="en-US" dirty="0" smtClean="0"/>
              <a:t>sum(precipitation0, </a:t>
            </a:r>
            <a:r>
              <a:rPr lang="en-US" dirty="0" err="1" smtClean="0"/>
              <a:t>temp_max</a:t>
            </a:r>
            <a:r>
              <a:rPr lang="en-US" dirty="0" smtClean="0"/>
              <a:t> 0, </a:t>
            </a:r>
            <a:r>
              <a:rPr lang="en-US" dirty="0" err="1" smtClean="0"/>
              <a:t>temp_min</a:t>
            </a:r>
            <a:r>
              <a:rPr lang="en-US" dirty="0" smtClean="0"/>
              <a:t> 0, wind 0, weather 0, </a:t>
            </a:r>
            <a:r>
              <a:rPr lang="en-US" dirty="0" err="1" smtClean="0"/>
              <a:t>dtype</a:t>
            </a:r>
            <a:r>
              <a:rPr lang="en-US" dirty="0" smtClean="0"/>
              <a:t>: int64)</a:t>
            </a:r>
          </a:p>
          <a:p>
            <a:r>
              <a:rPr lang="en-US" dirty="0"/>
              <a:t>Check outliers: </a:t>
            </a: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label_outliers</a:t>
            </a:r>
            <a:r>
              <a:rPr lang="en-US" dirty="0"/>
              <a:t>(series, </a:t>
            </a:r>
            <a:r>
              <a:rPr lang="en-US" dirty="0" err="1"/>
              <a:t>column_name</a:t>
            </a:r>
            <a:r>
              <a:rPr lang="en-US" dirty="0"/>
              <a:t>):    Q1 = </a:t>
            </a:r>
            <a:r>
              <a:rPr lang="en-US" dirty="0" err="1"/>
              <a:t>series.quantile</a:t>
            </a:r>
            <a:r>
              <a:rPr lang="en-US" dirty="0"/>
              <a:t>(0.25)    Q3 = </a:t>
            </a:r>
            <a:r>
              <a:rPr lang="en-US" dirty="0" err="1"/>
              <a:t>series.quantile</a:t>
            </a:r>
            <a:r>
              <a:rPr lang="en-US" dirty="0"/>
              <a:t>(0.75)    IQR = Q3 - Q1    </a:t>
            </a:r>
            <a:r>
              <a:rPr lang="en-US" dirty="0" err="1"/>
              <a:t>lower_bound</a:t>
            </a:r>
            <a:r>
              <a:rPr lang="en-US" dirty="0"/>
              <a:t> = Q1 - 1.5*IQR    </a:t>
            </a:r>
            <a:r>
              <a:rPr lang="en-US" dirty="0" err="1"/>
              <a:t>upper_bound</a:t>
            </a:r>
            <a:r>
              <a:rPr lang="en-US" dirty="0"/>
              <a:t> = Q3 + 1.5*IQR    outliers = series[(series &lt; </a:t>
            </a:r>
            <a:r>
              <a:rPr lang="en-US" dirty="0" err="1"/>
              <a:t>lower_bound</a:t>
            </a:r>
            <a:r>
              <a:rPr lang="en-US" dirty="0"/>
              <a:t>) | (series &gt; </a:t>
            </a:r>
            <a:r>
              <a:rPr lang="en-US" dirty="0" err="1"/>
              <a:t>upper_bound</a:t>
            </a:r>
            <a:r>
              <a:rPr lang="en-US" dirty="0"/>
              <a:t>)] </a:t>
            </a: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Results:</a:t>
            </a:r>
            <a:r>
              <a:rPr lang="en-US" altLang="en-US" dirty="0" err="1">
                <a:latin typeface="menlo"/>
              </a:rPr>
              <a:t>Outliers</a:t>
            </a:r>
            <a:r>
              <a:rPr lang="en-US" altLang="en-US" dirty="0">
                <a:latin typeface="menlo"/>
              </a:rPr>
              <a:t> in </a:t>
            </a:r>
            <a:r>
              <a:rPr lang="en-US" altLang="en-US" dirty="0" err="1">
                <a:latin typeface="menlo"/>
              </a:rPr>
              <a:t>temp_max</a:t>
            </a:r>
            <a:r>
              <a:rPr lang="en-US" altLang="en-US" dirty="0">
                <a:latin typeface="menlo"/>
              </a:rPr>
              <a:t>: Series([], Name: </a:t>
            </a:r>
            <a:r>
              <a:rPr lang="en-US" altLang="en-US" dirty="0" err="1">
                <a:latin typeface="menlo"/>
              </a:rPr>
              <a:t>temp_max</a:t>
            </a:r>
            <a:r>
              <a:rPr lang="en-US" altLang="en-US" dirty="0">
                <a:latin typeface="menlo"/>
              </a:rPr>
              <a:t>, </a:t>
            </a:r>
            <a:r>
              <a:rPr lang="en-US" altLang="en-US" dirty="0" err="1">
                <a:latin typeface="menlo"/>
              </a:rPr>
              <a:t>dtype</a:t>
            </a:r>
            <a:r>
              <a:rPr lang="en-US" altLang="en-US" dirty="0">
                <a:latin typeface="menlo"/>
              </a:rPr>
              <a:t>: float64) </a:t>
            </a:r>
            <a:endParaRPr lang="en-US" altLang="en-US" dirty="0" smtClean="0">
              <a:latin typeface="menlo"/>
            </a:endParaRPr>
          </a:p>
          <a:p>
            <a:pPr marL="0" indent="0">
              <a:buNone/>
            </a:pPr>
            <a:r>
              <a:rPr lang="en-US" altLang="en-US" dirty="0" smtClean="0">
                <a:latin typeface="menlo"/>
              </a:rPr>
              <a:t>Outliers </a:t>
            </a:r>
            <a:r>
              <a:rPr lang="en-US" altLang="en-US" dirty="0">
                <a:latin typeface="menlo"/>
              </a:rPr>
              <a:t>in </a:t>
            </a:r>
            <a:r>
              <a:rPr lang="en-US" altLang="en-US" dirty="0" err="1">
                <a:latin typeface="menlo"/>
              </a:rPr>
              <a:t>temp_min</a:t>
            </a:r>
            <a:r>
              <a:rPr lang="en-US" altLang="en-US" dirty="0">
                <a:latin typeface="menlo"/>
              </a:rPr>
              <a:t>: Series([], Name: </a:t>
            </a:r>
            <a:r>
              <a:rPr lang="en-US" altLang="en-US" dirty="0" err="1">
                <a:latin typeface="menlo"/>
              </a:rPr>
              <a:t>temp_min</a:t>
            </a:r>
            <a:r>
              <a:rPr lang="en-US" altLang="en-US" dirty="0">
                <a:latin typeface="menlo"/>
              </a:rPr>
              <a:t>, </a:t>
            </a:r>
            <a:r>
              <a:rPr lang="en-US" altLang="en-US" dirty="0" err="1">
                <a:latin typeface="menlo"/>
              </a:rPr>
              <a:t>dtype</a:t>
            </a:r>
            <a:r>
              <a:rPr lang="en-US" altLang="en-US" dirty="0">
                <a:latin typeface="menlo"/>
              </a:rPr>
              <a:t>: float64) </a:t>
            </a:r>
            <a:endParaRPr lang="en-US" altLang="en-US" sz="2400" dirty="0"/>
          </a:p>
          <a:p>
            <a:r>
              <a:rPr lang="en-US" dirty="0" smtClean="0"/>
              <a:t>Check </a:t>
            </a:r>
            <a:r>
              <a:rPr lang="en-US" dirty="0"/>
              <a:t>data anomalies: # </a:t>
            </a:r>
            <a:r>
              <a:rPr lang="en-US" dirty="0" err="1"/>
              <a:t>temp_min</a:t>
            </a:r>
            <a:r>
              <a:rPr lang="en-US" dirty="0"/>
              <a:t> greater than </a:t>
            </a:r>
            <a:r>
              <a:rPr lang="en-US" dirty="0" err="1"/>
              <a:t>temp_max</a:t>
            </a:r>
            <a:endParaRPr lang="en-US" dirty="0"/>
          </a:p>
          <a:p>
            <a:r>
              <a:rPr lang="en-US" dirty="0"/>
              <a:t>anomalies = </a:t>
            </a:r>
            <a:r>
              <a:rPr lang="en-US" dirty="0" err="1"/>
              <a:t>weather_dataset</a:t>
            </a:r>
            <a:r>
              <a:rPr lang="en-US" dirty="0"/>
              <a:t>[</a:t>
            </a:r>
            <a:r>
              <a:rPr lang="en-US" dirty="0" err="1"/>
              <a:t>weather_dataset</a:t>
            </a:r>
            <a:r>
              <a:rPr lang="en-US" dirty="0"/>
              <a:t>['</a:t>
            </a:r>
            <a:r>
              <a:rPr lang="en-US" dirty="0" err="1"/>
              <a:t>temp_min</a:t>
            </a:r>
            <a:r>
              <a:rPr lang="en-US" dirty="0"/>
              <a:t>'] &gt; </a:t>
            </a:r>
            <a:r>
              <a:rPr lang="en-US" dirty="0" err="1"/>
              <a:t>weather_dataset</a:t>
            </a:r>
            <a:r>
              <a:rPr lang="en-US" dirty="0"/>
              <a:t>['</a:t>
            </a:r>
            <a:r>
              <a:rPr lang="en-US" dirty="0" err="1"/>
              <a:t>temp_max</a:t>
            </a:r>
            <a:r>
              <a:rPr lang="en-US" dirty="0"/>
              <a:t>']]</a:t>
            </a:r>
          </a:p>
          <a:p>
            <a:r>
              <a:rPr lang="en-US" dirty="0"/>
              <a:t>print(anomalies)</a:t>
            </a:r>
          </a:p>
          <a:p>
            <a:endParaRPr lang="en-US" dirty="0"/>
          </a:p>
          <a:p>
            <a:r>
              <a:rPr lang="en-US" dirty="0"/>
              <a:t># negative precipitation</a:t>
            </a:r>
          </a:p>
          <a:p>
            <a:r>
              <a:rPr lang="en-US" dirty="0" err="1"/>
              <a:t>anomalies_precip</a:t>
            </a:r>
            <a:r>
              <a:rPr lang="en-US" dirty="0"/>
              <a:t> = </a:t>
            </a:r>
            <a:r>
              <a:rPr lang="en-US" dirty="0" err="1"/>
              <a:t>weather_dataset</a:t>
            </a:r>
            <a:r>
              <a:rPr lang="en-US" dirty="0"/>
              <a:t>[</a:t>
            </a:r>
            <a:r>
              <a:rPr lang="en-US" dirty="0" err="1"/>
              <a:t>weather_dataset</a:t>
            </a:r>
            <a:r>
              <a:rPr lang="en-US" dirty="0"/>
              <a:t>['precipitation'] &lt; 0]</a:t>
            </a:r>
          </a:p>
          <a:p>
            <a:r>
              <a:rPr lang="en-US" dirty="0"/>
              <a:t>print(</a:t>
            </a:r>
            <a:r>
              <a:rPr lang="en-US" dirty="0" err="1"/>
              <a:t>anomalies_precip</a:t>
            </a:r>
            <a:r>
              <a:rPr lang="en-US" dirty="0"/>
              <a:t>)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  <a:t/>
            </a:r>
            <a:b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inherit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/>
            </a:r>
            <a:br>
              <a:rPr kumimoji="0" lang="en-US" altLang="en-US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427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sz="3200" b="1" dirty="0">
                <a:latin typeface="+mn-lt"/>
              </a:rPr>
              <a:t>iv. Feature engineering steps applied and justification</a:t>
            </a:r>
            <a:r>
              <a:rPr lang="en-US" dirty="0"/>
              <a:t>.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Check missing values and handle missing values: </a:t>
            </a:r>
            <a:r>
              <a:rPr lang="en-US" dirty="0" smtClean="0"/>
              <a:t>no missing values in dataset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# Check how many missing values in each column</a:t>
            </a:r>
          </a:p>
          <a:p>
            <a:pPr marL="0" indent="0">
              <a:buNone/>
            </a:pPr>
            <a:r>
              <a:rPr lang="en-US" dirty="0"/>
              <a:t>print(</a:t>
            </a:r>
            <a:r>
              <a:rPr lang="en-US" dirty="0" err="1"/>
              <a:t>weather_dataset.isnull</a:t>
            </a:r>
            <a:r>
              <a:rPr lang="en-US" dirty="0"/>
              <a:t>().sum())</a:t>
            </a:r>
          </a:p>
          <a:p>
            <a:pPr marL="0" indent="0">
              <a:buNone/>
            </a:pPr>
            <a:r>
              <a:rPr lang="en-US" b="1" dirty="0"/>
              <a:t>Handle outliers and </a:t>
            </a:r>
            <a:r>
              <a:rPr lang="en-US" b="1" dirty="0" smtClean="0"/>
              <a:t>anomalies: </a:t>
            </a:r>
            <a:r>
              <a:rPr lang="en-US" dirty="0" smtClean="0"/>
              <a:t>in my dataset there is no outliers and </a:t>
            </a:r>
            <a:r>
              <a:rPr lang="en-US" dirty="0" err="1" smtClean="0"/>
              <a:t>anomals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Code: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086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Code to check outliers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66982"/>
            <a:ext cx="10515600" cy="69365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/>
              <a:t># </a:t>
            </a:r>
            <a:r>
              <a:rPr lang="en-US" dirty="0"/>
              <a:t>Function to detect outliers using IQR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detect_outliers_iqr</a:t>
            </a:r>
            <a:r>
              <a:rPr lang="en-US" dirty="0"/>
              <a:t>(data, column):</a:t>
            </a:r>
          </a:p>
          <a:p>
            <a:pPr marL="0" indent="0">
              <a:buNone/>
            </a:pPr>
            <a:r>
              <a:rPr lang="en-US" dirty="0"/>
              <a:t>    Q1 = data[column].quantile(0.25)</a:t>
            </a:r>
          </a:p>
          <a:p>
            <a:pPr marL="0" indent="0">
              <a:buNone/>
            </a:pPr>
            <a:r>
              <a:rPr lang="en-US" dirty="0"/>
              <a:t>    Q3 = data[column].quantile(0.75)</a:t>
            </a:r>
          </a:p>
          <a:p>
            <a:pPr marL="0" indent="0">
              <a:buNone/>
            </a:pPr>
            <a:r>
              <a:rPr lang="en-US" dirty="0"/>
              <a:t>    IQR = Q3 - Q1</a:t>
            </a:r>
          </a:p>
          <a:p>
            <a:pPr marL="0" indent="0">
              <a:buNone/>
            </a:pPr>
            <a:r>
              <a:rPr lang="en-US" dirty="0"/>
              <a:t>    lower = Q1 - 1.5 * IQR</a:t>
            </a:r>
          </a:p>
          <a:p>
            <a:pPr marL="0" indent="0">
              <a:buNone/>
            </a:pPr>
            <a:r>
              <a:rPr lang="en-US" dirty="0"/>
              <a:t>    upper = Q3 + 1.5 * IQR</a:t>
            </a:r>
          </a:p>
          <a:p>
            <a:pPr marL="0" indent="0">
              <a:buNone/>
            </a:pPr>
            <a:r>
              <a:rPr lang="en-US" dirty="0"/>
              <a:t>    outliers = data[(data[column] &lt; lower) | (data[column] &gt; upper)]</a:t>
            </a:r>
          </a:p>
          <a:p>
            <a:r>
              <a:rPr lang="en-US" dirty="0" smtClean="0"/>
              <a:t>   </a:t>
            </a:r>
            <a:r>
              <a:rPr lang="en-US" dirty="0"/>
              <a:t>return outliers, lower, </a:t>
            </a:r>
            <a:r>
              <a:rPr lang="en-US" dirty="0" smtClean="0"/>
              <a:t>upper</a:t>
            </a:r>
            <a:endParaRPr lang="en-US" dirty="0"/>
          </a:p>
          <a:p>
            <a:r>
              <a:rPr lang="en-US" dirty="0"/>
              <a:t># Example: detect outliers in </a:t>
            </a:r>
            <a:r>
              <a:rPr lang="en-US" dirty="0" err="1"/>
              <a:t>temp_max</a:t>
            </a:r>
            <a:endParaRPr lang="en-US" dirty="0"/>
          </a:p>
          <a:p>
            <a:r>
              <a:rPr lang="en-US" dirty="0" err="1"/>
              <a:t>outliers_temp_max</a:t>
            </a:r>
            <a:r>
              <a:rPr lang="en-US" dirty="0"/>
              <a:t>, lower, upper = </a:t>
            </a:r>
            <a:r>
              <a:rPr lang="en-US" dirty="0" err="1"/>
              <a:t>detect_outliers_iqr</a:t>
            </a:r>
            <a:r>
              <a:rPr lang="en-US" dirty="0"/>
              <a:t>(</a:t>
            </a:r>
            <a:r>
              <a:rPr lang="en-US" dirty="0" err="1"/>
              <a:t>weather_dataset</a:t>
            </a:r>
            <a:r>
              <a:rPr lang="en-US" dirty="0"/>
              <a:t>, '</a:t>
            </a:r>
            <a:r>
              <a:rPr lang="en-US" dirty="0" err="1"/>
              <a:t>temp_max</a:t>
            </a:r>
            <a:r>
              <a:rPr lang="en-US" dirty="0"/>
              <a:t>')</a:t>
            </a:r>
          </a:p>
          <a:p>
            <a:r>
              <a:rPr lang="en-US" dirty="0"/>
              <a:t>print("Outliers in </a:t>
            </a:r>
            <a:r>
              <a:rPr lang="en-US" dirty="0" err="1"/>
              <a:t>temp_max</a:t>
            </a:r>
            <a:r>
              <a:rPr lang="en-US" dirty="0"/>
              <a:t>:", </a:t>
            </a:r>
            <a:r>
              <a:rPr lang="en-US" dirty="0" err="1"/>
              <a:t>outliers_temp_max.shape</a:t>
            </a:r>
            <a:r>
              <a:rPr lang="en-US" dirty="0"/>
              <a:t>[0])</a:t>
            </a:r>
          </a:p>
          <a:p>
            <a:r>
              <a:rPr lang="en-US" dirty="0"/>
              <a:t>print("Lower bound:", lower, "Upper bound:", upper)</a:t>
            </a:r>
          </a:p>
        </p:txBody>
      </p:sp>
    </p:spTree>
    <p:extLst>
      <p:ext uri="{BB962C8B-B14F-4D97-AF65-F5344CB8AC3E}">
        <p14:creationId xmlns:p14="http://schemas.microsoft.com/office/powerpoint/2010/main" val="1104537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Perform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355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This help to prepare </a:t>
            </a:r>
            <a:r>
              <a:rPr lang="en-US" dirty="0"/>
              <a:t>dataset for machine learning by converting categorical values into numbers and scaling numerical features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altLang="en-US" dirty="0"/>
              <a:t>the </a:t>
            </a:r>
            <a:r>
              <a:rPr lang="en-US" altLang="en-US" b="1" dirty="0"/>
              <a:t>target column</a:t>
            </a:r>
            <a:r>
              <a:rPr lang="en-US" altLang="en-US" dirty="0"/>
              <a:t> </a:t>
            </a:r>
            <a:r>
              <a:rPr lang="en-US" altLang="en-US" dirty="0">
                <a:latin typeface="Arial Unicode MS" panose="020B0604020202020204" pitchFamily="34" charset="-128"/>
              </a:rPr>
              <a:t>weather</a:t>
            </a:r>
            <a:r>
              <a:rPr lang="en-US" altLang="en-US" dirty="0"/>
              <a:t> (Rain, Sun, Drizzle and fog) is categorical data so we need </a:t>
            </a:r>
            <a:r>
              <a:rPr lang="en-US" altLang="en-US" b="1" dirty="0"/>
              <a:t>“Encode the label”</a:t>
            </a:r>
            <a:r>
              <a:rPr lang="en-US" altLang="en-US" dirty="0"/>
              <a:t> </a:t>
            </a:r>
          </a:p>
          <a:p>
            <a:r>
              <a:rPr lang="en-US" dirty="0" smtClean="0"/>
              <a:t>We need to convert weather column to </a:t>
            </a:r>
            <a:r>
              <a:rPr lang="en-US" dirty="0" err="1" smtClean="0"/>
              <a:t>numbers:</a:t>
            </a:r>
            <a:r>
              <a:rPr lang="en-US" altLang="en-US" dirty="0" err="1">
                <a:latin typeface="menlo"/>
              </a:rPr>
              <a:t>Classes</a:t>
            </a:r>
            <a:r>
              <a:rPr lang="en-US" altLang="en-US" dirty="0">
                <a:latin typeface="menlo"/>
              </a:rPr>
              <a:t> (encoded): {0: 'drizzle', 1: 'fog', 2: 'rain', 3: 'snow', 4: 'sun'}</a:t>
            </a:r>
            <a:r>
              <a:rPr lang="en-US" altLang="en-US" sz="2400" dirty="0"/>
              <a:t> </a:t>
            </a:r>
            <a:endParaRPr lang="en-US" altLang="en-US" sz="60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b="1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/>
              <a:t>scaling </a:t>
            </a:r>
            <a:r>
              <a:rPr lang="en-US" b="1" dirty="0"/>
              <a:t>numerical </a:t>
            </a:r>
            <a:r>
              <a:rPr lang="en-US" b="1" dirty="0" smtClean="0"/>
              <a:t>features: </a:t>
            </a:r>
            <a:r>
              <a:rPr lang="en-US" dirty="0" smtClean="0"/>
              <a:t>I have used </a:t>
            </a:r>
            <a:r>
              <a:rPr lang="en-US" altLang="en-US" dirty="0" smtClean="0"/>
              <a:t> </a:t>
            </a:r>
            <a:r>
              <a:rPr lang="en-US" altLang="en-US" dirty="0"/>
              <a:t>Decision </a:t>
            </a:r>
            <a:r>
              <a:rPr lang="en-US" altLang="en-US" dirty="0" smtClean="0"/>
              <a:t>Trees algorithm which </a:t>
            </a:r>
            <a:r>
              <a:rPr lang="en-US" altLang="en-US" b="1" dirty="0"/>
              <a:t>don’t need normalization or standardization</a:t>
            </a:r>
            <a:r>
              <a:rPr lang="en-US" altLang="en-US" dirty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/>
              <a:t>Reason: </a:t>
            </a:r>
            <a:r>
              <a:rPr lang="en-US" altLang="en-US" dirty="0"/>
              <a:t>A Decision Tree splits data by comparing values with thresholds (e.g., </a:t>
            </a:r>
            <a:r>
              <a:rPr lang="en-US" altLang="en-US" dirty="0" err="1"/>
              <a:t>temp_max</a:t>
            </a:r>
            <a:r>
              <a:rPr lang="en-US" altLang="en-US" dirty="0"/>
              <a:t> &gt; 25°C).</a:t>
            </a:r>
          </a:p>
          <a:p>
            <a:endParaRPr lang="en-US" b="1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-1975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803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Apply feature extraction if relevant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09607"/>
            <a:ext cx="8596668" cy="388077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 smtClean="0"/>
              <a:t>Feature </a:t>
            </a:r>
            <a:r>
              <a:rPr lang="en-US" sz="2800" dirty="0" err="1" smtClean="0"/>
              <a:t>extraction:</a:t>
            </a:r>
            <a:r>
              <a:rPr lang="en-US" altLang="en-US" sz="2800" b="1" dirty="0" err="1" smtClean="0">
                <a:latin typeface="Arial" panose="020B0604020202020204" pitchFamily="34" charset="0"/>
              </a:rPr>
              <a:t>PCA</a:t>
            </a:r>
            <a:r>
              <a:rPr lang="en-US" altLang="en-US" sz="2800" b="1" dirty="0" smtClean="0"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</a:rPr>
              <a:t>not needed</a:t>
            </a:r>
            <a:r>
              <a:rPr lang="en-US" altLang="en-US" sz="2800" dirty="0">
                <a:latin typeface="Arial" panose="020B0604020202020204" pitchFamily="34" charset="0"/>
              </a:rPr>
              <a:t> (dataset is small).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Text extraction not needed</a:t>
            </a:r>
            <a:r>
              <a:rPr lang="en-US" altLang="en-US" sz="2800" dirty="0">
                <a:latin typeface="Arial" panose="020B0604020202020204" pitchFamily="34" charset="0"/>
              </a:rPr>
              <a:t> (no text).</a:t>
            </a:r>
          </a:p>
          <a:p>
            <a:pPr marL="0" indent="0">
              <a:buNone/>
            </a:pPr>
            <a:r>
              <a:rPr lang="en-US" sz="2800" b="1" dirty="0"/>
              <a:t>v. </a:t>
            </a:r>
            <a:r>
              <a:rPr lang="en-US" sz="2800" b="1" dirty="0" smtClean="0"/>
              <a:t> Model </a:t>
            </a:r>
            <a:r>
              <a:rPr lang="en-US" sz="2800" b="1" dirty="0"/>
              <a:t>building and evaluation </a:t>
            </a:r>
            <a:r>
              <a:rPr lang="en-US" sz="2800" b="1" dirty="0" smtClean="0"/>
              <a:t>process</a:t>
            </a:r>
          </a:p>
          <a:p>
            <a:pPr marL="0" indent="0">
              <a:buNone/>
            </a:pPr>
            <a:r>
              <a:rPr lang="en-US" sz="2800" b="1" dirty="0" smtClean="0"/>
              <a:t>Model: </a:t>
            </a:r>
            <a:r>
              <a:rPr lang="en-US" sz="2800" dirty="0"/>
              <a:t>I used </a:t>
            </a:r>
            <a:r>
              <a:rPr lang="en-US" sz="2800" dirty="0" err="1" smtClean="0"/>
              <a:t>DecisionTreeClassifier</a:t>
            </a:r>
            <a:r>
              <a:rPr lang="en-US" sz="2800" dirty="0" smtClean="0"/>
              <a:t> model</a:t>
            </a:r>
          </a:p>
          <a:p>
            <a:pPr marL="0" indent="0">
              <a:buNone/>
            </a:pPr>
            <a:r>
              <a:rPr lang="en-US" sz="2800" b="1" dirty="0" smtClean="0"/>
              <a:t>Train and </a:t>
            </a:r>
            <a:r>
              <a:rPr lang="en-US" sz="2800" b="1" dirty="0"/>
              <a:t>test model</a:t>
            </a:r>
            <a:r>
              <a:rPr lang="en-US" sz="2800" dirty="0"/>
              <a:t>: # 5) Train Decision Tree# -------------------------</a:t>
            </a:r>
            <a:r>
              <a:rPr lang="en-US" sz="2800" dirty="0" err="1"/>
              <a:t>weather_dataset_model</a:t>
            </a:r>
            <a:r>
              <a:rPr lang="en-US" sz="2800" dirty="0"/>
              <a:t> = </a:t>
            </a:r>
            <a:r>
              <a:rPr lang="en-US" sz="2800" dirty="0" err="1"/>
              <a:t>DecisionTreeClassifier</a:t>
            </a:r>
            <a:r>
              <a:rPr lang="en-US" sz="2800" dirty="0"/>
              <a:t>(</a:t>
            </a:r>
            <a:r>
              <a:rPr lang="en-US" sz="2800" dirty="0" err="1"/>
              <a:t>random_state</a:t>
            </a:r>
            <a:r>
              <a:rPr lang="en-US" sz="2800" dirty="0"/>
              <a:t>=42)</a:t>
            </a:r>
            <a:r>
              <a:rPr lang="en-US" sz="2800" dirty="0" err="1"/>
              <a:t>weather_dataset_model.fit</a:t>
            </a:r>
            <a:r>
              <a:rPr lang="en-US" sz="2800" dirty="0"/>
              <a:t>(</a:t>
            </a:r>
            <a:r>
              <a:rPr lang="en-US" sz="2800" dirty="0" err="1"/>
              <a:t>X_train</a:t>
            </a:r>
            <a:r>
              <a:rPr lang="en-US" sz="2800" dirty="0"/>
              <a:t>, </a:t>
            </a:r>
            <a:r>
              <a:rPr lang="en-US" sz="2800" dirty="0" err="1"/>
              <a:t>y_train</a:t>
            </a:r>
            <a:r>
              <a:rPr lang="en-US" sz="2800" dirty="0" smtClean="0"/>
              <a:t>)</a:t>
            </a:r>
          </a:p>
          <a:p>
            <a:pPr marL="0" indent="0">
              <a:buNone/>
            </a:pPr>
            <a:r>
              <a:rPr lang="en-US" sz="2800" dirty="0" err="1" smtClean="0"/>
              <a:t>Occuracy</a:t>
            </a:r>
            <a:r>
              <a:rPr lang="en-US" sz="2800" dirty="0" smtClean="0"/>
              <a:t> of the model is </a:t>
            </a:r>
            <a:r>
              <a:rPr lang="en-US" altLang="en-US" sz="2800" b="1" dirty="0">
                <a:latin typeface="menlo"/>
              </a:rPr>
              <a:t>74.7440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6088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vi. Model deployment details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</a:t>
            </a:r>
            <a:r>
              <a:rPr lang="en-US" dirty="0" smtClean="0"/>
              <a:t> deployed my </a:t>
            </a:r>
            <a:r>
              <a:rPr lang="en-US" dirty="0"/>
              <a:t>model </a:t>
            </a:r>
            <a:r>
              <a:rPr lang="en-US" dirty="0" smtClean="0"/>
              <a:t>by using streamlit framework.</a:t>
            </a:r>
          </a:p>
          <a:p>
            <a:r>
              <a:rPr lang="en-US" dirty="0" smtClean="0"/>
              <a:t>Model deployed on streamlit cloud by using GitHub, my weather prediction app now you can access it online use of smartphone or computer using </a:t>
            </a:r>
            <a:r>
              <a:rPr lang="en-US" dirty="0"/>
              <a:t>this link: 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weather-prediction-app-krbrb9zblf72dpyr9gw3bh.streamlit.app/</a:t>
            </a:r>
            <a:endParaRPr lang="en-US" dirty="0" smtClean="0"/>
          </a:p>
          <a:p>
            <a:r>
              <a:rPr lang="en-US" dirty="0" smtClean="0"/>
              <a:t>You can predict by input single data or upload excel file and predict all at once.</a:t>
            </a:r>
          </a:p>
          <a:p>
            <a:r>
              <a:rPr lang="en-US" dirty="0" smtClean="0"/>
              <a:t>The app has place to input data and </a:t>
            </a:r>
            <a:r>
              <a:rPr lang="en-US" dirty="0" smtClean="0"/>
              <a:t> predict weather </a:t>
            </a:r>
            <a:r>
              <a:rPr lang="en-US" dirty="0" smtClean="0"/>
              <a:t>button you </a:t>
            </a:r>
            <a:r>
              <a:rPr lang="en-US" dirty="0" smtClean="0"/>
              <a:t>click on</a:t>
            </a:r>
            <a:r>
              <a:rPr lang="en-US" dirty="0" smtClean="0"/>
              <a:t> </a:t>
            </a:r>
            <a:r>
              <a:rPr lang="en-US" dirty="0" smtClean="0"/>
              <a:t>to show the results.</a:t>
            </a:r>
          </a:p>
          <a:p>
            <a:r>
              <a:rPr lang="en-US" dirty="0" smtClean="0"/>
              <a:t>The following slides there is picture </a:t>
            </a:r>
            <a:r>
              <a:rPr lang="en-US" dirty="0" smtClean="0"/>
              <a:t>to </a:t>
            </a:r>
            <a:r>
              <a:rPr lang="en-US" dirty="0" smtClean="0"/>
              <a:t>show </a:t>
            </a:r>
            <a:r>
              <a:rPr lang="en-US" dirty="0" smtClean="0"/>
              <a:t>deployed model.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815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571" y="350982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sz="3200" b="1" dirty="0" smtClean="0">
                <a:latin typeface="+mn-lt"/>
              </a:rPr>
              <a:t>Model deployed screen shoot</a:t>
            </a:r>
            <a:r>
              <a:rPr lang="en-US" sz="3200" b="1" dirty="0">
                <a:latin typeface="+mn-lt"/>
              </a:rPr>
              <a:t/>
            </a:r>
            <a:br>
              <a:rPr lang="en-US" sz="3200" b="1" dirty="0">
                <a:latin typeface="+mn-lt"/>
              </a:rPr>
            </a:br>
            <a:r>
              <a:rPr lang="en-US" sz="3200" dirty="0" smtClean="0">
                <a:latin typeface="+mn-lt"/>
              </a:rPr>
              <a:t>this the</a:t>
            </a:r>
            <a:r>
              <a:rPr lang="en-US" sz="3200" dirty="0" smtClean="0">
                <a:latin typeface="+mn-lt"/>
              </a:rPr>
              <a:t> deployed app to </a:t>
            </a:r>
            <a:r>
              <a:rPr lang="en-US" sz="3200" dirty="0" smtClean="0">
                <a:latin typeface="+mn-lt"/>
              </a:rPr>
              <a:t>predict weather, so here is for single input </a:t>
            </a:r>
            <a:r>
              <a:rPr lang="en-US" sz="3200" dirty="0" smtClean="0">
                <a:latin typeface="+mn-lt"/>
              </a:rPr>
              <a:t>data.</a:t>
            </a:r>
            <a:endParaRPr lang="en-US" sz="3200" b="1" dirty="0"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08" y="1838035"/>
            <a:ext cx="9428728" cy="4839855"/>
          </a:xfrm>
        </p:spPr>
      </p:pic>
    </p:spTree>
    <p:extLst>
      <p:ext uri="{BB962C8B-B14F-4D97-AF65-F5344CB8AC3E}">
        <p14:creationId xmlns:p14="http://schemas.microsoft.com/office/powerpoint/2010/main" val="3786763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+mn-lt"/>
              </a:rPr>
              <a:t>You can predict by upload csv file</a:t>
            </a:r>
            <a:endParaRPr lang="en-US" sz="3200" b="1" dirty="0"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52019" y="1625600"/>
            <a:ext cx="5941525" cy="48583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0" y="1625599"/>
            <a:ext cx="5569279" cy="48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31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364" y="138546"/>
            <a:ext cx="10515600" cy="120072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+mn-lt"/>
              </a:rPr>
              <a:t>Thanks!!!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055" y="1376220"/>
            <a:ext cx="10427855" cy="520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1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846</TotalTime>
  <Words>936</Words>
  <Application>Microsoft Office PowerPoint</Application>
  <PresentationFormat>Widescreen</PresentationFormat>
  <Paragraphs>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Unicode MS</vt:lpstr>
      <vt:lpstr>Arial</vt:lpstr>
      <vt:lpstr>Calibri</vt:lpstr>
      <vt:lpstr>inherit</vt:lpstr>
      <vt:lpstr>menlo</vt:lpstr>
      <vt:lpstr>Trebuchet MS</vt:lpstr>
      <vt:lpstr>Wingdings 3</vt:lpstr>
      <vt:lpstr>Facet</vt:lpstr>
      <vt:lpstr>PowerPoint Presentation</vt:lpstr>
      <vt:lpstr>I. PROBLEM STATEMENT</vt:lpstr>
      <vt:lpstr>ii. Dataset description</vt:lpstr>
      <vt:lpstr>iii. EDA findings</vt:lpstr>
      <vt:lpstr> histogram of precipitation vs frequency</vt:lpstr>
      <vt:lpstr>Temp_max and temp_min.</vt:lpstr>
      <vt:lpstr>Wind </vt:lpstr>
      <vt:lpstr>2. Bivariate Analysis</vt:lpstr>
      <vt:lpstr>Boxchart. </vt:lpstr>
      <vt:lpstr>Scatterplot of precipitation vs weather  </vt:lpstr>
      <vt:lpstr>3.Multivariate Analysis</vt:lpstr>
      <vt:lpstr>Correlation matrix</vt:lpstr>
      <vt:lpstr>Pair plot of weather and features </vt:lpstr>
      <vt:lpstr>Pair plot of weather and features</vt:lpstr>
      <vt:lpstr>Explore missing values, outliers, and data anomalies.</vt:lpstr>
      <vt:lpstr> iv. Feature engineering steps applied and justification. </vt:lpstr>
      <vt:lpstr>Code to check outliers</vt:lpstr>
      <vt:lpstr>Perform Data Transformation</vt:lpstr>
      <vt:lpstr>Apply feature extraction if relevant</vt:lpstr>
      <vt:lpstr>vi. Model deployment details</vt:lpstr>
      <vt:lpstr>Model deployed screen shoot this the deployed app to predict weather, so here is for single input data.</vt:lpstr>
      <vt:lpstr>You can predict by upload csv file</vt:lpstr>
      <vt:lpstr>Thanks!!!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  ii. Problem statement: according to</dc:title>
  <dc:creator>Emmy marc6</dc:creator>
  <cp:lastModifiedBy>Emmy marc6</cp:lastModifiedBy>
  <cp:revision>71</cp:revision>
  <dcterms:created xsi:type="dcterms:W3CDTF">2025-09-22T06:52:05Z</dcterms:created>
  <dcterms:modified xsi:type="dcterms:W3CDTF">2025-09-25T14:18:34Z</dcterms:modified>
</cp:coreProperties>
</file>